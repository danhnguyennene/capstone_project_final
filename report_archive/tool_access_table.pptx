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3A8A"/>
                </a:solidFill>
              </a:defRPr>
            </a:pPr>
            <a:r>
              <a:t>Agent Tool Access Matrix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97280"/>
                <a:gridCol w="1188720"/>
                <a:gridCol w="1097280"/>
                <a:gridCol w="1371600"/>
                <a:gridCol w="182880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Tool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Main Agent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Analysis Sub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Action Sub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Safety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squeue/sacct/sinfo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✅ Safe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Query cluster state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run_analysis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✅ Safe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Predefined diagnostics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web_search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✅ Safe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Documentation lookup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srun/salloc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✅ Safe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Interactive execution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scancel/sbatch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⚠️ Dangerous</a:t>
                      </a:r>
                    </a:p>
                  </a:txBody>
                  <a:tcPr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Job lifecycle control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scontrol_*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⚠️ Dangerous</a:t>
                      </a:r>
                    </a:p>
                  </a:txBody>
                  <a:tcPr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Job/cluster modification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sacctmgr_*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⚠️ Dangerous</a:t>
                      </a:r>
                    </a:p>
                  </a:txBody>
                  <a:tcPr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Account management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generate_chart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✅ Safe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Visualization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confirm/cancel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🔐 Protected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Confirmation flow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B5563"/>
                </a:solidFill>
              </a:defRPr>
            </a:pPr>
            <a:r>
              <a:t>Legend: ✅ = Has Access, ❌ = No Access | Safety: ✅ Safe (Execute immediately) | ⚠️ Dangerous (Needs confirmation) | 🔐 Protected (User control)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